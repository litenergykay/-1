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  <p:sp>
        <p:nvSpPr>
          <p:cNvPr id="16" name="Заполнитель даты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17" name="Заполнитель колонтитула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8" name="Заполнитель номера слайда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овый заполнитель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Редактировать текст</a:t>
            </a:r>
            <a:endParaRPr lang="ru-RU"/>
          </a:p>
        </p:txBody>
      </p:sp>
      <p:sp>
        <p:nvSpPr>
          <p:cNvPr id="6" name="Заполнитель содержимого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Заполнитель даты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8" name="Заполнитель колонтитула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Заполнитель номера слайда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даты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полнитель колонтитула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полнитель номера слайда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3" name="Заполнитель вертикального текста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Заполнитель содержимого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7" name="Текстовый заполнитель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9.xml"/><Relationship Id="rId5" Type="http://schemas.openxmlformats.org/officeDocument/2006/relationships/image" Target="../media/image2.png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2.xml"/><Relationship Id="rId3" Type="http://schemas.openxmlformats.org/officeDocument/2006/relationships/image" Target="../media/image3.png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5.xml"/><Relationship Id="rId3" Type="http://schemas.openxmlformats.org/officeDocument/2006/relationships/image" Target="../media/image4.png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8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1.xml"/><Relationship Id="rId3" Type="http://schemas.openxmlformats.org/officeDocument/2006/relationships/image" Target="../media/image8.png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4.xml"/><Relationship Id="rId3" Type="http://schemas.openxmlformats.org/officeDocument/2006/relationships/image" Target="../media/image9.png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21715" y="0"/>
            <a:ext cx="9799320" cy="1044575"/>
          </a:xfrm>
        </p:spPr>
        <p:txBody>
          <a:bodyPr>
            <a:normAutofit/>
          </a:bodyPr>
          <a:p>
            <a:r>
              <a:rPr lang="ru-RU" altLang="ru-RU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МИНИСТЕРСТВО НАУКИ И ОБРАЗОВАНИЯ РОССИЙСКОЙ ФЕДЕРАЦИИ</a:t>
            </a:r>
            <a:endParaRPr lang="ru-RU" altLang="ru-RU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021635" y="1457915"/>
            <a:ext cx="9799200" cy="1472400"/>
          </a:xfrm>
        </p:spPr>
        <p:txBody>
          <a:bodyPr>
            <a:normAutofit lnSpcReduction="20000"/>
          </a:bodyPr>
          <a:p>
            <a:r>
              <a:rPr lang="ru-RU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Государственное автономное профессиональное образовательное учреждение</a:t>
            </a:r>
            <a:br>
              <a:rPr lang="ru-RU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ru-RU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Тюменский техникум строительной индустрии и городского хозяйства</a:t>
            </a:r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”</a:t>
            </a:r>
            <a:endParaRPr lang="en-US" altLang="ru-RU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3889375" y="334391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2800">
                <a:latin typeface="Times New Roman" panose="02020603050405020304" charset="0"/>
                <a:cs typeface="Times New Roman" panose="02020603050405020304" charset="0"/>
              </a:rPr>
              <a:t>Самостоятельный проект</a:t>
            </a:r>
            <a:endParaRPr lang="ru-RU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8128000" y="419671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ru-RU" altLang="en-US"/>
              <a:t>Выполнил:</a:t>
            </a:r>
            <a:br>
              <a:rPr lang="ru-RU" altLang="en-US"/>
            </a:br>
            <a:r>
              <a:rPr lang="ru-RU" altLang="en-US"/>
              <a:t>Ташлыков Дмитрий</a:t>
            </a:r>
            <a:br>
              <a:rPr lang="ru-RU" altLang="en-US"/>
            </a:br>
            <a:r>
              <a:rPr lang="ru-RU" altLang="en-US"/>
              <a:t>Студент 2 курса группы ИСиП</a:t>
            </a:r>
            <a:endParaRPr lang="ru-RU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12192000" cy="705485"/>
          </a:xfrm>
          <a:solidFill>
            <a:schemeClr val="tx1"/>
          </a:solidFill>
        </p:spPr>
        <p:txBody>
          <a:bodyPr/>
          <a:p>
            <a:pPr algn="ctr"/>
            <a:r>
              <a:rPr lang="ru-RU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Главная страница</a:t>
            </a:r>
            <a:endParaRPr lang="ru-RU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61820" y="1490345"/>
            <a:ext cx="8460740" cy="4759325"/>
          </a:xfrm>
          <a:prstGeom prst="rect">
            <a:avLst/>
          </a:prstGeom>
        </p:spPr>
      </p:pic>
      <p:pic>
        <p:nvPicPr>
          <p:cNvPr id="7" name="Замещающее содержимое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905" y="705485"/>
            <a:ext cx="12189460" cy="615188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12192000" cy="705485"/>
          </a:xfrm>
          <a:solidFill>
            <a:schemeClr val="tx1"/>
          </a:solidFill>
        </p:spPr>
        <p:txBody>
          <a:bodyPr/>
          <a:p>
            <a:pPr algn="ctr"/>
            <a:r>
              <a:rPr lang="ru-RU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Функционал</a:t>
            </a:r>
            <a:endParaRPr lang="ru-RU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Замещающее содержимое 4"/>
          <p:cNvSpPr/>
          <p:nvPr>
            <p:ph idx="1"/>
            <p:custDataLst>
              <p:tags r:id="rId2"/>
            </p:custDataLst>
          </p:nvPr>
        </p:nvSpPr>
        <p:spPr>
          <a:xfrm>
            <a:off x="608400" y="1953315"/>
            <a:ext cx="10969200" cy="4759200"/>
          </a:xfrm>
        </p:spPr>
        <p:txBody>
          <a:bodyPr/>
          <a:p>
            <a:pPr marL="0" indent="0">
              <a:spcAft>
                <a:spcPts val="0"/>
              </a:spcAft>
              <a:buNone/>
            </a:pPr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1.”</a:t>
            </a:r>
            <a:r>
              <a:rPr lang="ru-RU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О школе</a:t>
            </a:r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”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—</a:t>
            </a:r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сведения об учреждении</a:t>
            </a:r>
            <a:br>
              <a:rPr lang="ru-RU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2.</a:t>
            </a:r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”</a:t>
            </a:r>
            <a:r>
              <a:rPr lang="ru-RU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Программы</a:t>
            </a:r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”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— учебные/дополнительные программы</a:t>
            </a:r>
            <a:br>
              <a:rPr lang="ru-RU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3.</a:t>
            </a:r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”</a:t>
            </a:r>
            <a:r>
              <a:rPr lang="ru-RU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Новости и события</a:t>
            </a:r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”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— актуальная информация и мероприятия</a:t>
            </a:r>
            <a:br>
              <a:rPr lang="ru-RU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4.</a:t>
            </a:r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”</a:t>
            </a:r>
            <a:r>
              <a:rPr lang="ru-RU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Визит и поступление</a:t>
            </a:r>
            <a:r>
              <a:rPr lang="en-US" altLang="ru-RU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”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— данные для посетителей и поступающих (правила, контакты, порядок зачисления)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2485"/>
            <a:ext cx="12192000" cy="8661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12192000" cy="705485"/>
          </a:xfrm>
          <a:solidFill>
            <a:schemeClr val="tx1"/>
          </a:solidFill>
        </p:spPr>
        <p:txBody>
          <a:bodyPr/>
          <a:p>
            <a:pPr algn="ctr"/>
            <a:r>
              <a:rPr lang="en-US" altLang="ru-RU" sz="4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1.“</a:t>
            </a:r>
            <a:r>
              <a:rPr lang="ru-RU" altLang="ru-RU" sz="4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О школе</a:t>
            </a:r>
            <a:r>
              <a:rPr lang="en-US" altLang="ru-RU" sz="4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”</a:t>
            </a:r>
            <a:endParaRPr lang="en-US" altLang="ru-RU" sz="4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Замещающее содержимое 6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704850"/>
            <a:ext cx="12192000" cy="61531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5" y="0"/>
            <a:ext cx="12190730" cy="705485"/>
          </a:xfrm>
          <a:solidFill>
            <a:schemeClr val="tx1"/>
          </a:solidFill>
        </p:spPr>
        <p:txBody>
          <a:bodyPr/>
          <a:p>
            <a:pPr algn="ctr"/>
            <a:r>
              <a:rPr lang="en-US" altLang="ru-RU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2.”</a:t>
            </a:r>
            <a:r>
              <a:rPr lang="ru-RU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Программы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”</a:t>
            </a:r>
            <a:endParaRPr lang="en-US" altLang="ru-RU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705485"/>
            <a:ext cx="6096000" cy="2723515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05485"/>
            <a:ext cx="6095365" cy="271653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8600" y="3422015"/>
            <a:ext cx="6096000" cy="34290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12192000" cy="705485"/>
          </a:xfrm>
          <a:solidFill>
            <a:schemeClr val="tx1"/>
          </a:solidFill>
        </p:spPr>
        <p:txBody>
          <a:bodyPr/>
          <a:p>
            <a:pPr algn="ctr"/>
            <a:r>
              <a:rPr lang="en-US" altLang="ru-RU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3.”</a:t>
            </a:r>
            <a:r>
              <a:rPr lang="ru-RU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Новости и события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”</a:t>
            </a:r>
            <a:endParaRPr lang="en-US" altLang="ru-RU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705485"/>
            <a:ext cx="12192000" cy="61518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12192000" cy="705485"/>
          </a:xfrm>
          <a:solidFill>
            <a:schemeClr val="tx1"/>
          </a:solidFill>
        </p:spPr>
        <p:txBody>
          <a:bodyPr/>
          <a:p>
            <a:pPr algn="ctr"/>
            <a:r>
              <a:rPr lang="en-US" altLang="ru-RU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4.”</a:t>
            </a:r>
            <a:r>
              <a:rPr lang="ru-RU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Визит и поступление</a:t>
            </a:r>
            <a:r>
              <a:rPr lang="en-US" altLang="ru-RU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”</a:t>
            </a:r>
            <a:endParaRPr lang="en-US" altLang="ru-RU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56030" y="706120"/>
            <a:ext cx="10935970" cy="61518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-635" y="0"/>
            <a:ext cx="12192635" cy="705485"/>
          </a:xfrm>
          <a:solidFill>
            <a:schemeClr val="tx1"/>
          </a:solidFill>
        </p:spPr>
        <p:txBody>
          <a:bodyPr/>
          <a:p>
            <a:pPr algn="ctr"/>
            <a:r>
              <a:rPr lang="ru-RU" altLang="ru-RU" sz="4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Проверка работы:</a:t>
            </a:r>
            <a:r>
              <a:rPr lang="ru-RU" altLang="ru-RU" sz="4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 sz="4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Визита и </a:t>
            </a:r>
            <a:r>
              <a:rPr lang="ru-RU" altLang="en-US" sz="40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поступления</a:t>
            </a:r>
            <a:r>
              <a:rPr lang="ru-RU" altLang="ru-RU" sz="40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ru-RU" altLang="ru-RU" sz="4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705485"/>
            <a:ext cx="5965825" cy="3781425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825" y="705485"/>
            <a:ext cx="6226175" cy="37807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12192000" cy="705485"/>
          </a:xfrm>
          <a:solidFill>
            <a:schemeClr val="tx1"/>
          </a:solidFill>
        </p:spPr>
        <p:txBody>
          <a:bodyPr>
            <a:noAutofit/>
          </a:bodyPr>
          <a:p>
            <a:pPr algn="ctr"/>
            <a:r>
              <a:rPr lang="ru-RU" altLang="en-US" sz="5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Итог:</a:t>
            </a:r>
            <a:endParaRPr lang="ru-RU" altLang="en-US" sz="5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Был создан сайт - Школа.</a:t>
            </a:r>
            <a:endParaRPr lang="ru-RU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В нем реализовано:</a:t>
            </a:r>
            <a:br>
              <a:rPr lang="ru-RU" altLang="en-US">
                <a:solidFill>
                  <a:schemeClr val="tx1"/>
                </a:solidFill>
              </a:rPr>
            </a:br>
            <a:r>
              <a:rPr lang="ru-RU" altLang="en-US">
                <a:solidFill>
                  <a:schemeClr val="tx1"/>
                </a:solidFill>
              </a:rPr>
              <a:t>1. Главная страница с информацией что имеется в школьне.</a:t>
            </a:r>
            <a:br>
              <a:rPr lang="ru-RU" altLang="en-US">
                <a:solidFill>
                  <a:schemeClr val="tx1"/>
                </a:solidFill>
              </a:rPr>
            </a:br>
            <a:r>
              <a:rPr lang="ru-RU" altLang="en-US">
                <a:solidFill>
                  <a:schemeClr val="tx1"/>
                </a:solidFill>
              </a:rPr>
              <a:t>2. Вся важная информация о школе: история, миссия и руководство</a:t>
            </a:r>
            <a:br>
              <a:rPr lang="ru-RU" altLang="en-US">
                <a:solidFill>
                  <a:schemeClr val="tx1"/>
                </a:solidFill>
              </a:rPr>
            </a:br>
            <a:r>
              <a:rPr lang="ru-RU" altLang="en-US">
                <a:solidFill>
                  <a:schemeClr val="tx1"/>
                </a:solidFill>
              </a:rPr>
              <a:t>3. Программа обуения, какие имеются кружки.</a:t>
            </a:r>
            <a:endParaRPr lang="ru-RU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4. Способ зарегистрироваться на эксурсию по школе, на поступление в школу и спросить у руководства про интересующую вас информацию о школе</a:t>
            </a:r>
            <a:br>
              <a:rPr lang="ru-RU" altLang="en-US">
                <a:solidFill>
                  <a:schemeClr val="tx1"/>
                </a:solidFill>
              </a:rPr>
            </a:br>
            <a:r>
              <a:rPr lang="ru-RU" altLang="en-US">
                <a:solidFill>
                  <a:schemeClr val="tx1"/>
                </a:solidFill>
              </a:rPr>
              <a:t>5. Рабочие кнопки с переадресовкой на другую страничку.</a:t>
            </a:r>
            <a:endParaRPr lang="ru-RU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1050</Words>
  <Application>WPS Presentation</Application>
  <PresentationFormat>Широкоэкранный</PresentationFormat>
  <Paragraphs>30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Wingdings</vt:lpstr>
      <vt:lpstr>Times New Roman</vt:lpstr>
      <vt:lpstr>Microsoft YaHei</vt:lpstr>
      <vt:lpstr>Arial Unicode MS</vt:lpstr>
      <vt:lpstr>Calibri</vt:lpstr>
      <vt:lpstr>WPS</vt:lpstr>
      <vt:lpstr>МИНИСТЕРСТВО НАУКИ И ОБРАЗОВАНИЯ РОССИЙСКОЙ ФЕДЕРАЦИИ</vt:lpstr>
      <vt:lpstr>Главная страница</vt:lpstr>
      <vt:lpstr>Функционал</vt:lpstr>
      <vt:lpstr>1.“О школе”</vt:lpstr>
      <vt:lpstr>2.”Программы”</vt:lpstr>
      <vt:lpstr>3.”Новости и события”</vt:lpstr>
      <vt:lpstr>4.”Визит и поступление”</vt:lpstr>
      <vt:lpstr>Проверка работы: Визита и поступления </vt:lpstr>
      <vt:lpstr>Итог: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НАУКИ И ОБРАЗОВАНИЯ РОССИЙСКОЙ ФЕДЕРАЦИИ</dc:title>
  <dc:creator>lolol</dc:creator>
  <cp:lastModifiedBy>lolol</cp:lastModifiedBy>
  <cp:revision>3</cp:revision>
  <dcterms:created xsi:type="dcterms:W3CDTF">2026-10-19T18:20:00Z</dcterms:created>
  <dcterms:modified xsi:type="dcterms:W3CDTF">2026-10-19T18:34:16Z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1049-12.1.0.29162</vt:lpwstr>
  </property>
  <property fmtid="{D5CDD505-2E9C-101B-9397-08002B2CF9AE}" pid="3" name="ICV">
    <vt:lpwstr>A4D2EB011ABE45AC924BDF842083CDC8_11</vt:lpwstr>
  </property>
</Properties>
</file>